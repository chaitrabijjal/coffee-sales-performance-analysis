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955C-2987-8B7F-1A99-04B5D5DA8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24692"/>
            <a:ext cx="9440034" cy="82088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ANALYST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76AE4-9060-5220-907F-4F7CD6DD0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273" y="945574"/>
            <a:ext cx="9440034" cy="488372"/>
          </a:xfrm>
        </p:spPr>
        <p:txBody>
          <a:bodyPr/>
          <a:lstStyle/>
          <a:p>
            <a:r>
              <a:rPr lang="en-US" dirty="0"/>
              <a:t>POWER BI + MY 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D6F67-66CB-1C94-3CAC-F7B4E3214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7594"/>
            <a:ext cx="5969329" cy="3336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99BD5-A3A1-5B00-B315-2A76C4FB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11" y="2077594"/>
            <a:ext cx="5969330" cy="33360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8E9303-A725-DEB9-3C34-7E70946CA34C}"/>
              </a:ext>
            </a:extLst>
          </p:cNvPr>
          <p:cNvSpPr txBox="1"/>
          <p:nvPr/>
        </p:nvSpPr>
        <p:spPr>
          <a:xfrm>
            <a:off x="10224655" y="6276109"/>
            <a:ext cx="156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Chaitra Bijjal</a:t>
            </a:r>
          </a:p>
        </p:txBody>
      </p:sp>
    </p:spTree>
    <p:extLst>
      <p:ext uri="{BB962C8B-B14F-4D97-AF65-F5344CB8AC3E}">
        <p14:creationId xmlns:p14="http://schemas.microsoft.com/office/powerpoint/2010/main" val="145657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0F4C-6307-AC11-039C-6AD95B51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For MY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03007-C589-411D-2DF8-3F0F30F46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Walkthrough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Data file preparation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Database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Importing File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Importing File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Changing Data Type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Firing SQL Queries for Business Requirement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 Results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Preparing SQL Documents</a:t>
            </a:r>
          </a:p>
        </p:txBody>
      </p:sp>
    </p:spTree>
    <p:extLst>
      <p:ext uri="{BB962C8B-B14F-4D97-AF65-F5344CB8AC3E}">
        <p14:creationId xmlns:p14="http://schemas.microsoft.com/office/powerpoint/2010/main" val="241774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8AFAEC-E069-296B-663A-C8ACE689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SQL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Functionalities Used In This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ADEE31-3B6D-00BE-C439-8FFF0F373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8"/>
            <a:ext cx="5060497" cy="45159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STR_TO_DATE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DAYOFWEEK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MAX/MIN</a:t>
            </a:r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BD6DE-4252-5BBE-6DD9-C598EE2DE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5011251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COLUMN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 FUNCTION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SUBQUERIES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TABLE </a:t>
            </a:r>
          </a:p>
          <a:p>
            <a:r>
              <a:rPr lang="en-US" sz="1600" dirty="0"/>
              <a:t>ALTER TABLE</a:t>
            </a:r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34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71FC-2418-07B8-DE34-4A580F23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KPI’s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DD455-2F56-17C7-BBFC-12724DFAE5E2}"/>
              </a:ext>
            </a:extLst>
          </p:cNvPr>
          <p:cNvSpPr txBox="1"/>
          <p:nvPr/>
        </p:nvSpPr>
        <p:spPr>
          <a:xfrm>
            <a:off x="467591" y="1580050"/>
            <a:ext cx="114403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1.Total Sales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Calculate the total sales for each respective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Determine the month-on-month increase or decrease in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Calculate the difference in sales between the selected month and previous month.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2.Total Orders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Calculate the total number orders for each respective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Determine the month-on-month increase or decrease in the number of 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Calculate the difference in the number of orders between the selected month and previous month.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3.Total Quantity Sold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Calculate the total quantity sold for each respective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Determine the month-on-month increase or decrease in the total quantity sold.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Calculate the difference in the total quantity sold between the selected month and previous month.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9453-AC1B-59BE-C7CD-4B779B8F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CHART’s REQUIREMENTS</a:t>
            </a:r>
            <a:endParaRPr lang="en-US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045DD-40B7-CD34-7B9B-1B4D90FB847F}"/>
              </a:ext>
            </a:extLst>
          </p:cNvPr>
          <p:cNvSpPr txBox="1"/>
          <p:nvPr/>
        </p:nvSpPr>
        <p:spPr>
          <a:xfrm>
            <a:off x="561109" y="1797628"/>
            <a:ext cx="1126374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Calendar Heat Map: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Implement a calendar heat map that dynamically adjusts based on the selected month from a slicer.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Each day on the calendar will be color-coded to represent sales volume, with darker shades indicating           	higher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Implement tooltips to display detailed metrics (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Orders, Quantity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when hovering over a specific    	day.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Sales Analysis by Weekdays and Weekends: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Segment sales data into weekdays and weekends to analyze performance variations.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Provide insights into whether sales patterns differ significantly between weekdays and weekends.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Sales Analysis by Store Location: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Visualize sales data by different store locations.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Include month-over-month (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difference metrics based on the selected month in the slicer.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Highlight MoM sales increase or decrease for each store location to identify trends.</a:t>
            </a:r>
          </a:p>
        </p:txBody>
      </p:sp>
    </p:spTree>
    <p:extLst>
      <p:ext uri="{BB962C8B-B14F-4D97-AF65-F5344CB8AC3E}">
        <p14:creationId xmlns:p14="http://schemas.microsoft.com/office/powerpoint/2010/main" val="339245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D83C-A085-EDA4-EBCE-A0DC770F8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4502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CHART’s REQUIREMENTS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2A6D1-D045-BF5B-57DE-361A437D6DD8}"/>
              </a:ext>
            </a:extLst>
          </p:cNvPr>
          <p:cNvSpPr txBox="1"/>
          <p:nvPr/>
        </p:nvSpPr>
        <p:spPr>
          <a:xfrm>
            <a:off x="550718" y="1215736"/>
            <a:ext cx="109935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Daily Sales Analysis with Average Line: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daily sales for the selected month with a line chart.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an average line on the chart to represent the average daily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bars exceeding or falling below the average sales to identify exceptional sales days.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Sales Analysis by Product Category: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sales performance across different product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insights into which product categories contribute the most to overall sales.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Top 10 Products by Sales: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and display the top 10 products based on sales volume.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users to quickly visualize the best-performing products in terms of sales.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Sales Analysis by Days and Hours: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 a heat map to visualize sales patterns by days and hours.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tooltips to display detailed metrics (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Orders, Quantity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when hovering over a specific day-hour.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13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71</TotalTime>
  <Words>544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Calisto MT</vt:lpstr>
      <vt:lpstr>Wingdings</vt:lpstr>
      <vt:lpstr>Wingdings 2</vt:lpstr>
      <vt:lpstr>Slate</vt:lpstr>
      <vt:lpstr>DATA ANALYST </vt:lpstr>
      <vt:lpstr>MYSQL Steps For MY SQL</vt:lpstr>
      <vt:lpstr>MY SQL  Functionalities Used In This Project</vt:lpstr>
      <vt:lpstr>PROBLEM STATEMENT KPI’s REQUIREMENTS</vt:lpstr>
      <vt:lpstr>PROBLEM STATEMENT CHART’s REQUIREMENTS</vt:lpstr>
      <vt:lpstr>CHART’s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</dc:title>
  <dc:creator>chaitra bijjal</dc:creator>
  <cp:lastModifiedBy>chaitra bijjal</cp:lastModifiedBy>
  <cp:revision>1</cp:revision>
  <dcterms:created xsi:type="dcterms:W3CDTF">2026-01-24T16:20:07Z</dcterms:created>
  <dcterms:modified xsi:type="dcterms:W3CDTF">2026-01-24T17:32:02Z</dcterms:modified>
</cp:coreProperties>
</file>